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22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31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108960" y="502920"/>
            <a:ext cx="5943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ppt_img_p1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658368"/>
            <a:ext cx="5349240" cy="1536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83464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Loan Management &amp; EMI Processing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01568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with Credit Card Transaction Monitoring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3931920"/>
            <a:ext cx="7616952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67710" y="4041648"/>
            <a:ext cx="112745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</a:rPr>
              <a:t>By  </a:t>
            </a:r>
            <a:r>
              <a:rPr lang="en-US" sz="1400" b="1" dirty="0">
                <a:solidFill>
                  <a:srgbClr val="FFFFFF"/>
                </a:solidFill>
              </a:rPr>
              <a:t>Aareen Dakway</a:t>
            </a:r>
            <a:r>
              <a:rPr sz="1400" b="1" i="0" dirty="0">
                <a:solidFill>
                  <a:srgbClr val="FFFFFF"/>
                </a:solidFill>
              </a:rPr>
              <a:t>|  Roll Number</a:t>
            </a:r>
            <a:r>
              <a:rPr lang="en-US" sz="1400" b="1" dirty="0">
                <a:solidFill>
                  <a:srgbClr val="FFFFFF"/>
                </a:solidFill>
              </a:rPr>
              <a:t>: 150096725003</a:t>
            </a:r>
            <a:endParaRPr sz="1400" b="1" i="0" dirty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40740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School of Future Tech  —  ITM Skills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73152" cy="658368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A31545"/>
                </a:solidFill>
              </a:rPr>
              <a:t>Index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16152"/>
            <a:ext cx="384048" cy="384048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21615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2344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A31545"/>
                </a:solidFill>
              </a:rPr>
              <a:t>Problem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49047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What gap this project was built to fill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12848"/>
            <a:ext cx="11274552" cy="9144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2359152"/>
            <a:ext cx="384048" cy="384048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35915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774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A31545"/>
                </a:solidFill>
              </a:rPr>
              <a:t>Our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63347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How our C++ system solves these challenges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11274552" cy="9144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3502152"/>
            <a:ext cx="384048" cy="384048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50215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5204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A31545"/>
                </a:solidFill>
              </a:rPr>
              <a:t>Working — Method &amp; 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77647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How the system is designed and how each part works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498848"/>
            <a:ext cx="11274552" cy="9144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4645152"/>
            <a:ext cx="384048" cy="384048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464515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6634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A31545"/>
                </a:solidFill>
              </a:rPr>
              <a:t>Conclusion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91947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Key results, learnings and future scope</a:t>
            </a:r>
          </a:p>
        </p:txBody>
      </p:sp>
      <p:pic>
        <p:nvPicPr>
          <p:cNvPr id="23" name="Picture 22" descr="ppt_img_p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3152" y="6199632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73152" cy="658368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A31545"/>
                </a:solidFill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87552"/>
            <a:ext cx="11365992" cy="457200"/>
          </a:xfrm>
          <a:prstGeom prst="rect">
            <a:avLst/>
          </a:prstGeom>
          <a:solidFill>
            <a:srgbClr val="FD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33271"/>
            <a:ext cx="110916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This project was built to solve two core problems faced when managing a bank system without automation: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572768"/>
            <a:ext cx="5394960" cy="5074920"/>
          </a:xfrm>
          <a:prstGeom prst="rect">
            <a:avLst/>
          </a:prstGeom>
          <a:solidFill>
            <a:srgbClr val="FFFFFF"/>
          </a:solidFill>
          <a:ln w="19050">
            <a:solidFill>
              <a:srgbClr val="A31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572768"/>
            <a:ext cx="5394960" cy="502920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To Manage Loans Efficiently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 i="1">
                <a:solidFill>
                  <a:srgbClr val="A31545"/>
                </a:solidFill>
              </a:rPr>
              <a:t>Without a system, loan processing is entirely manual and inconsistent.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78608"/>
            <a:ext cx="256032" cy="256032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56946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4800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</a:rPr>
              <a:t>No Eligibility Checks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79776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</a:rPr>
              <a:t>A bank needs to verify age, income and credit score before approving any loan. Without this, anyone can get a loan regardless of financial risk.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346704"/>
            <a:ext cx="5120640" cy="914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3995928"/>
            <a:ext cx="256032" cy="256032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3986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77639"/>
            <a:ext cx="4800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</a:rPr>
              <a:t>Fixed Interest for Everyone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197096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</a:rPr>
              <a:t>Interest rates should reflect how risky a borrower is. Without automation, every customer gets the same rate — unfair and financially dangerous.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64024"/>
            <a:ext cx="5120640" cy="914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5413248"/>
            <a:ext cx="256032" cy="256032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540410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394959"/>
            <a:ext cx="4800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</a:rPr>
              <a:t>No EMI Tracking or Schedule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614416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</a:rPr>
              <a:t>Once a loan is given, payments need to be tracked. Without this, there is no record of what is paid, what is pending, or when the loan will close.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82512" y="1572768"/>
            <a:ext cx="5394960" cy="5074920"/>
          </a:xfrm>
          <a:prstGeom prst="rect">
            <a:avLst/>
          </a:prstGeom>
          <a:solidFill>
            <a:srgbClr val="FFFFFF"/>
          </a:solidFill>
          <a:ln w="19050">
            <a:solidFill>
              <a:srgbClr val="C02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82512" y="1572768"/>
            <a:ext cx="5394960" cy="502920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19672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To Monitor Transactions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9672" y="210312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 i="1">
                <a:solidFill>
                  <a:srgbClr val="C0203A"/>
                </a:solidFill>
              </a:rPr>
              <a:t>Without monitoring, fraudulent transactions go completely undetected.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19672" y="2578608"/>
            <a:ext cx="256032" cy="256032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19672" y="256946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85432" y="2560320"/>
            <a:ext cx="4800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</a:rPr>
              <a:t>No Fraud Detection Rules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85432" y="2779776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</a:rPr>
              <a:t>Every transaction is treated the same. There is no check for unusually large amounts, rapid repeated purchases, or suspicious patterns.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19672" y="3346704"/>
            <a:ext cx="5120640" cy="914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519672" y="3995928"/>
            <a:ext cx="256032" cy="256032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19672" y="3986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85432" y="3977639"/>
            <a:ext cx="4800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</a:rPr>
              <a:t>Card Theft Goes Unnoticed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85432" y="4197096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</a:rPr>
              <a:t>If a card is stolen and used multiple times in quick succession or in two different cities, no alert is raised — the transactions just pass through.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19672" y="4764024"/>
            <a:ext cx="5120640" cy="914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519672" y="5413248"/>
            <a:ext cx="256032" cy="256032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19672" y="540410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85432" y="5394959"/>
            <a:ext cx="4800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</a:rPr>
              <a:t>No Admin Review Workflow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85432" y="5614416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66666"/>
                </a:solidFill>
              </a:rPr>
              <a:t>Even if something suspicious is spotted manually, there is no system to flag it, review it, or mark it as safe — no record is kept of fraud activity.</a:t>
            </a:r>
          </a:p>
        </p:txBody>
      </p:sp>
      <p:pic>
        <p:nvPicPr>
          <p:cNvPr id="42" name="Picture 41" descr="ppt_img_p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3152" y="6199632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73152" cy="658368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A31545"/>
                </a:solidFill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A terminal-based C++ system designed for Bank Admins with two complete modules: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61872"/>
            <a:ext cx="11365992" cy="347472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MODULE 1  —  Loan Management &amp; EMI Processing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64208"/>
            <a:ext cx="2651760" cy="347472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84632" y="1709928"/>
            <a:ext cx="2505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Step 1: Eligibility Check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011680"/>
            <a:ext cx="2651760" cy="1225295"/>
          </a:xfrm>
          <a:prstGeom prst="rect">
            <a:avLst/>
          </a:prstGeom>
          <a:solidFill>
            <a:srgbClr val="FD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21208" y="2194560"/>
            <a:ext cx="54864" cy="54864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" y="2139696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Age: 21 to 60 years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1208" y="2450592"/>
            <a:ext cx="54864" cy="54864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" y="2395728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Income: min Rs.25,000/mo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1208" y="2706624"/>
            <a:ext cx="54864" cy="54864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" y="2651760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Credit score: min 650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54680" y="1664208"/>
            <a:ext cx="2651760" cy="347472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27832" y="1709928"/>
            <a:ext cx="2505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Step 2: Credit Score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54680" y="2011680"/>
            <a:ext cx="2651760" cy="1225295"/>
          </a:xfrm>
          <a:prstGeom prst="rect">
            <a:avLst/>
          </a:prstGeom>
          <a:solidFill>
            <a:srgbClr val="FD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64408" y="2194560"/>
            <a:ext cx="54864" cy="54864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92424" y="2139696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Score from monthly income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64408" y="2450592"/>
            <a:ext cx="54864" cy="54864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392424" y="2395728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Higher income = better score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64408" y="2706624"/>
            <a:ext cx="54864" cy="54864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392424" y="2651760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Range: 300 to 900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97880" y="1664208"/>
            <a:ext cx="2651760" cy="347472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71032" y="1709928"/>
            <a:ext cx="2505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Step 3: Interest Rate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97880" y="2011680"/>
            <a:ext cx="2651760" cy="1225295"/>
          </a:xfrm>
          <a:prstGeom prst="rect">
            <a:avLst/>
          </a:prstGeom>
          <a:solidFill>
            <a:srgbClr val="FD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007608" y="2194560"/>
            <a:ext cx="54864" cy="54864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35624" y="2139696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Rate from credit score tier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07608" y="2450592"/>
            <a:ext cx="54864" cy="54864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35624" y="2395728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Score 800+  =  7.5% (Best)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2706624"/>
            <a:ext cx="54864" cy="54864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35624" y="2651760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Score 650+  =  13.5%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41080" y="1664208"/>
            <a:ext cx="2651760" cy="347472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714232" y="1709928"/>
            <a:ext cx="2505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Step 4: EMI &amp; Schedule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41080" y="2011680"/>
            <a:ext cx="2651760" cy="1225295"/>
          </a:xfrm>
          <a:prstGeom prst="rect">
            <a:avLst/>
          </a:prstGeom>
          <a:solidFill>
            <a:srgbClr val="FD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750807" y="2194560"/>
            <a:ext cx="54864" cy="54864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878824" y="2139696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EMI via reducing balance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50807" y="2450592"/>
            <a:ext cx="54864" cy="54864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878824" y="2395728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Full amortization table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750807" y="2706624"/>
            <a:ext cx="54864" cy="54864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878824" y="2651760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Monthly payment reminders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337560"/>
            <a:ext cx="11365992" cy="347472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94360" y="335584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MODULE 2  —  Credit Card Transaction Monitoring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3730752"/>
            <a:ext cx="2651760" cy="347472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84632" y="3776472"/>
            <a:ext cx="2505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Card Management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4078224"/>
            <a:ext cx="2651760" cy="1069848"/>
          </a:xfrm>
          <a:prstGeom prst="rect">
            <a:avLst/>
          </a:prstGeom>
          <a:solidFill>
            <a:srgbClr val="FD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521208" y="4261103"/>
            <a:ext cx="54864" cy="54864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9224" y="4206240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 i="0">
                <a:solidFill>
                  <a:srgbClr val="333333"/>
                </a:solidFill>
              </a:rPr>
              <a:t>Visa / Mastercard / Rupay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1208" y="4517136"/>
            <a:ext cx="54864" cy="54864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49224" y="4462272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 i="0">
                <a:solidFill>
                  <a:srgbClr val="333333"/>
                </a:solidFill>
              </a:rPr>
              <a:t>Auto 16-digit card number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1208" y="4773168"/>
            <a:ext cx="54864" cy="54864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9224" y="4718304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 i="0">
                <a:solidFill>
                  <a:srgbClr val="333333"/>
                </a:solidFill>
              </a:rPr>
              <a:t>Block / Unblock cards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54680" y="3730752"/>
            <a:ext cx="2651760" cy="347472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227832" y="3776472"/>
            <a:ext cx="2505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Transaction Flow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54680" y="4078224"/>
            <a:ext cx="2651760" cy="1069848"/>
          </a:xfrm>
          <a:prstGeom prst="rect">
            <a:avLst/>
          </a:prstGeom>
          <a:solidFill>
            <a:srgbClr val="FD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264408" y="4261103"/>
            <a:ext cx="54864" cy="54864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392424" y="4206240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 i="0">
                <a:solidFill>
                  <a:srgbClr val="333333"/>
                </a:solidFill>
              </a:rPr>
              <a:t>Search customer by name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64408" y="4517136"/>
            <a:ext cx="54864" cy="54864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392424" y="4462272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 i="0">
                <a:solidFill>
                  <a:srgbClr val="333333"/>
                </a:solidFill>
              </a:rPr>
              <a:t>Select card, enter details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64408" y="4773168"/>
            <a:ext cx="54864" cy="54864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3392424" y="4718304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 i="0">
                <a:solidFill>
                  <a:srgbClr val="333333"/>
                </a:solidFill>
              </a:rPr>
              <a:t>Instant receipt generated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897880" y="3730752"/>
            <a:ext cx="2651760" cy="347472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971032" y="3776472"/>
            <a:ext cx="2505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Anomaly Detection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897880" y="4078224"/>
            <a:ext cx="2651760" cy="1069848"/>
          </a:xfrm>
          <a:prstGeom prst="rect">
            <a:avLst/>
          </a:prstGeom>
          <a:solidFill>
            <a:srgbClr val="FD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6007608" y="4261103"/>
            <a:ext cx="54864" cy="54864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135624" y="4206240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 i="0">
                <a:solidFill>
                  <a:srgbClr val="333333"/>
                </a:solidFill>
              </a:rPr>
              <a:t>R1: Amount &gt; 3x average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07608" y="4517136"/>
            <a:ext cx="54864" cy="54864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135624" y="4462272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 i="0">
                <a:solidFill>
                  <a:srgbClr val="333333"/>
                </a:solidFill>
              </a:rPr>
              <a:t>R2: &gt;3 txns in 10 mins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07608" y="4773168"/>
            <a:ext cx="54864" cy="54864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135624" y="4718304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 i="0">
                <a:solidFill>
                  <a:srgbClr val="333333"/>
                </a:solidFill>
              </a:rPr>
              <a:t>R3: City jump 60 mins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07608" y="5029200"/>
            <a:ext cx="54864" cy="54864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135624" y="4974336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 i="0">
                <a:solidFill>
                  <a:srgbClr val="333333"/>
                </a:solidFill>
              </a:rPr>
              <a:t>R4: 90% credit limit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641080" y="3730752"/>
            <a:ext cx="2651760" cy="347472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8714232" y="3776472"/>
            <a:ext cx="2505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Admin Review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641080" y="4078224"/>
            <a:ext cx="2651760" cy="1069848"/>
          </a:xfrm>
          <a:prstGeom prst="rect">
            <a:avLst/>
          </a:prstGeom>
          <a:solidFill>
            <a:srgbClr val="FD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8750807" y="4261103"/>
            <a:ext cx="54864" cy="54864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8878824" y="4206240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 i="0">
                <a:solidFill>
                  <a:srgbClr val="333333"/>
                </a:solidFill>
              </a:rPr>
              <a:t>View all flagged txns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750807" y="4517136"/>
            <a:ext cx="54864" cy="54864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8878824" y="4462272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 i="0">
                <a:solidFill>
                  <a:srgbClr val="333333"/>
                </a:solidFill>
              </a:rPr>
              <a:t>Mark safe after review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750807" y="4773168"/>
            <a:ext cx="54864" cy="54864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8878824" y="4718304"/>
            <a:ext cx="23591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 i="0">
                <a:solidFill>
                  <a:srgbClr val="333333"/>
                </a:solidFill>
              </a:rPr>
              <a:t>Data saved to CSV files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11480" y="5321808"/>
            <a:ext cx="11365992" cy="365760"/>
          </a:xfrm>
          <a:prstGeom prst="rect">
            <a:avLst/>
          </a:prstGeom>
          <a:solidFill>
            <a:srgbClr val="FD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48640" y="535838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</a:rPr>
              <a:t>Language: C++17   |   13 Classes   |   26 Files   |   CSV File Persistence   |   Admin Dashboard</a:t>
            </a:r>
          </a:p>
        </p:txBody>
      </p:sp>
      <p:pic>
        <p:nvPicPr>
          <p:cNvPr id="85" name="Picture 84" descr="ppt_img_p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3152" y="6199632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73152" cy="658368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A31545"/>
                </a:solidFill>
              </a:rPr>
              <a:t>Working — Method &amp;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987552"/>
            <a:ext cx="2011680" cy="274320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LOAN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1417320" cy="594360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12" y="1563624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380744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Input</a:t>
            </a:r>
          </a:p>
        </p:txBody>
      </p:sp>
      <p:sp>
        <p:nvSpPr>
          <p:cNvPr id="9" name="Rectangle 8"/>
          <p:cNvSpPr/>
          <p:nvPr/>
        </p:nvSpPr>
        <p:spPr>
          <a:xfrm>
            <a:off x="1837943" y="1581912"/>
            <a:ext cx="54864" cy="9144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1938528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66666"/>
                </a:solidFill>
              </a:rPr>
              <a:t>LoanManager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1325880"/>
            <a:ext cx="1417320" cy="594360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929384" y="1563624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Credit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9384" y="1380744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Calc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28415" y="1581912"/>
            <a:ext cx="54864" cy="9144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901952" y="1938528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66666"/>
                </a:solidFill>
              </a:rPr>
              <a:t>CreditScore Calculator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2424" y="1325880"/>
            <a:ext cx="1417320" cy="594360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19856" y="1563624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Eligibility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9856" y="1380744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Checked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18888" y="1581912"/>
            <a:ext cx="54864" cy="9144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92424" y="1938528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66666"/>
                </a:solidFill>
              </a:rPr>
              <a:t>Eligibility Checker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82896" y="1325880"/>
            <a:ext cx="1417320" cy="594360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10328" y="1563624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Interest 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10328" y="1380744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Assigned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1581912"/>
            <a:ext cx="54864" cy="9144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82896" y="1938528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66666"/>
                </a:solidFill>
              </a:rPr>
              <a:t>InterestRate Engine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73368" y="1325880"/>
            <a:ext cx="1417320" cy="594360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1563624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EMI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380744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Calculated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99832" y="1581912"/>
            <a:ext cx="54864" cy="9144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73368" y="1938528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66666"/>
                </a:solidFill>
              </a:rPr>
              <a:t>EMICalculator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63840" y="1325880"/>
            <a:ext cx="1417320" cy="594360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891271" y="1563624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Loan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91271" y="1380744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Created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90304" y="1581912"/>
            <a:ext cx="54864" cy="9144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863840" y="1938528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66666"/>
                </a:solidFill>
              </a:rPr>
              <a:t>Loan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54312" y="1325880"/>
            <a:ext cx="1417320" cy="594360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81744" y="1563624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EMI Schedule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81744" y="1380744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Generated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54312" y="1938528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66666"/>
                </a:solidFill>
              </a:rPr>
              <a:t>EMISchedule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2395728"/>
            <a:ext cx="2286000" cy="274320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7200" y="2414016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CREDIT CARD PIPELINE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2724912"/>
            <a:ext cx="1417320" cy="594360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38912" y="2962656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Card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" y="2779776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Created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837943" y="2980944"/>
            <a:ext cx="54864" cy="9144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11480" y="3337560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66666"/>
                </a:solidFill>
              </a:rPr>
              <a:t>CardManager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01952" y="2724912"/>
            <a:ext cx="1417320" cy="594360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929384" y="2962656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Transaction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29384" y="2779776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Input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28415" y="2980944"/>
            <a:ext cx="54864" cy="9144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901952" y="3337560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66666"/>
                </a:solidFill>
              </a:rPr>
              <a:t>CardManager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92424" y="2724912"/>
            <a:ext cx="1417320" cy="594360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419856" y="2962656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Card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19856" y="2779776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Validated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18888" y="2980944"/>
            <a:ext cx="54864" cy="9144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392424" y="3337560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66666"/>
                </a:solidFill>
              </a:rPr>
              <a:t>CreditCard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882896" y="2724912"/>
            <a:ext cx="1417320" cy="594360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910328" y="2962656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Anomaly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10328" y="2779776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Detection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2980944"/>
            <a:ext cx="54864" cy="9144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882896" y="3337560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66666"/>
                </a:solidFill>
              </a:rPr>
              <a:t>AnomalyDetector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73368" y="2724912"/>
            <a:ext cx="1417320" cy="594360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400800" y="2962656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4 Rules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0" y="2779776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Checked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799832" y="2980944"/>
            <a:ext cx="54864" cy="9144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373368" y="3337560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66666"/>
                </a:solidFill>
              </a:rPr>
              <a:t>AnomalyDetector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863840" y="2724912"/>
            <a:ext cx="1417320" cy="594360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7891271" y="2962656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Receipt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91271" y="2779776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Printed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290304" y="2980944"/>
            <a:ext cx="54864" cy="9144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863840" y="3337560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66666"/>
                </a:solidFill>
              </a:rPr>
              <a:t>Transaction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354312" y="2724912"/>
            <a:ext cx="1417320" cy="594360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9381744" y="2962656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Flagged?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81744" y="2779776"/>
            <a:ext cx="13624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Review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354312" y="3337560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666666"/>
                </a:solidFill>
              </a:rPr>
              <a:t>CardManager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3913632"/>
            <a:ext cx="7498079" cy="1417320"/>
          </a:xfrm>
          <a:prstGeom prst="rect">
            <a:avLst/>
          </a:prstGeom>
          <a:solidFill>
            <a:srgbClr val="FD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411480" y="3913632"/>
            <a:ext cx="7498079" cy="292608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548640" y="3931920"/>
            <a:ext cx="7223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EMI FORMULA  (Reducing Balance Method)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0" y="4279392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33333"/>
                </a:solidFill>
              </a:rPr>
              <a:t>EMI  =  [ P  ×  r  ×  (1+r)ⁿ ]  ÷  [ (1+r)ⁿ – 1 ]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8640" y="4663440"/>
            <a:ext cx="7223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666666"/>
                </a:solidFill>
              </a:rPr>
              <a:t>P = Principal     r = Monthly Rate = (Annual Rate / 100) / 12     n = Tenure in Months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8640" y="4937760"/>
            <a:ext cx="7223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66666"/>
                </a:solidFill>
              </a:rPr>
              <a:t>As each month passes → outstanding balance reduces → interest reduces → principal portion increases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65008" y="3913632"/>
            <a:ext cx="3712463" cy="1417320"/>
          </a:xfrm>
          <a:prstGeom prst="rect">
            <a:avLst/>
          </a:prstGeom>
          <a:solidFill>
            <a:srgbClr val="FD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8065008" y="3913632"/>
            <a:ext cx="3712463" cy="292608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8183879" y="3931920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ANOMALY DETECTION RULES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11312" y="4261104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R1:  Transaction &gt; 3× average spend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11312" y="4517136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R2:  More than 3 transactions in 10 mins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11312" y="4773168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R3:  Two different cities within 60 mins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11312" y="5029200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</a:rPr>
              <a:t>R4:  Amount &gt; 90% of available credit</a:t>
            </a:r>
          </a:p>
        </p:txBody>
      </p:sp>
      <p:pic>
        <p:nvPicPr>
          <p:cNvPr id="89" name="Picture 88" descr="ppt_img_p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3152" y="6199632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256032"/>
            <a:ext cx="73152" cy="658368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A31545"/>
                </a:solidFill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326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The Finance Management System successfully demonstrates real-world banking logic using core C++ concepts: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98448"/>
            <a:ext cx="2121408" cy="3429000"/>
          </a:xfrm>
          <a:prstGeom prst="rect">
            <a:avLst/>
          </a:prstGeom>
          <a:solidFill>
            <a:srgbClr val="FD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80" y="1298448"/>
            <a:ext cx="2121408" cy="457200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202996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OOP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20299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31545"/>
                </a:solidFill>
              </a:rPr>
              <a:t>13 classes, 26 files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12848"/>
            <a:ext cx="20299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Each class has one clear responsibility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05456"/>
            <a:ext cx="20299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(Single Responsibility Principle)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24328" y="1298448"/>
            <a:ext cx="2121408" cy="3429000"/>
          </a:xfrm>
          <a:prstGeom prst="rect">
            <a:avLst/>
          </a:prstGeom>
          <a:solidFill>
            <a:srgbClr val="FD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624328" y="1298448"/>
            <a:ext cx="2121408" cy="457200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70048" y="1371600"/>
            <a:ext cx="202996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Real Banking Algorithms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0048" y="1828800"/>
            <a:ext cx="20299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C0203A"/>
                </a:solidFill>
              </a:rPr>
              <a:t>Reducing balance EMI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2212848"/>
            <a:ext cx="20299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Credit score tiers &amp; interest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2505456"/>
            <a:ext cx="20299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engine mirror real banking logic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37176" y="1298448"/>
            <a:ext cx="2121408" cy="3429000"/>
          </a:xfrm>
          <a:prstGeom prst="rect">
            <a:avLst/>
          </a:prstGeom>
          <a:solidFill>
            <a:srgbClr val="FD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37176" y="1298448"/>
            <a:ext cx="2121408" cy="457200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82896" y="1371600"/>
            <a:ext cx="202996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Fraud 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82896" y="1828800"/>
            <a:ext cx="20299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31545"/>
                </a:solidFill>
              </a:rPr>
              <a:t>4 automated anomaly rules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28616" y="2212848"/>
            <a:ext cx="20299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Every transaction is scanned for fraud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28616" y="2505456"/>
            <a:ext cx="20299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automatically before being recorded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50024" y="1298448"/>
            <a:ext cx="2121408" cy="3429000"/>
          </a:xfrm>
          <a:prstGeom prst="rect">
            <a:avLst/>
          </a:prstGeom>
          <a:solidFill>
            <a:srgbClr val="FD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050024" y="1298448"/>
            <a:ext cx="2121408" cy="457200"/>
          </a:xfrm>
          <a:prstGeom prst="rect">
            <a:avLst/>
          </a:prstGeom>
          <a:solidFill>
            <a:srgbClr val="C0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095744" y="1371600"/>
            <a:ext cx="202996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Data Persistence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5744" y="1828800"/>
            <a:ext cx="20299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C0203A"/>
                </a:solidFill>
              </a:rPr>
              <a:t>CSV file handling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41464" y="2212848"/>
            <a:ext cx="20299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All data saved on exit and fully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1464" y="2505456"/>
            <a:ext cx="20299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restored when program starts again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62872" y="1298448"/>
            <a:ext cx="2121408" cy="3429000"/>
          </a:xfrm>
          <a:prstGeom prst="rect">
            <a:avLst/>
          </a:prstGeom>
          <a:solidFill>
            <a:srgbClr val="FD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262872" y="1298448"/>
            <a:ext cx="2121408" cy="457200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308592" y="1371600"/>
            <a:ext cx="202996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Extensible Architecture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08592" y="1828800"/>
            <a:ext cx="20299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A31545"/>
                </a:solidFill>
              </a:rPr>
              <a:t>Future ready design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54311" y="2212848"/>
            <a:ext cx="20299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Can be extended with GUI, database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54311" y="2505456"/>
            <a:ext cx="20299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333333"/>
                </a:solidFill>
              </a:rPr>
              <a:t>or authentication system easily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937760"/>
            <a:ext cx="11365992" cy="438912"/>
          </a:xfrm>
          <a:prstGeom prst="rect">
            <a:avLst/>
          </a:prstGeom>
          <a:solidFill>
            <a:srgbClr val="A31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48640" y="4974336"/>
            <a:ext cx="110916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Built in C++17  |  13 Classes  |  4 Anomaly Rules  |  CSV Persistence  |  Admin Dashboard</a:t>
            </a:r>
          </a:p>
        </p:txBody>
      </p:sp>
      <p:pic>
        <p:nvPicPr>
          <p:cNvPr id="37" name="Picture 36" descr="ppt_img_p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3152" y="6199632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31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108960" y="502920"/>
            <a:ext cx="5943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ppt_img_p1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658368"/>
            <a:ext cx="5349240" cy="1536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01752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74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Questions are welcome!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823</Words>
  <Application>Microsoft Macintosh PowerPoint</Application>
  <PresentationFormat>Custom</PresentationFormat>
  <Paragraphs>158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Aareen Dakway</cp:lastModifiedBy>
  <cp:revision>3</cp:revision>
  <dcterms:created xsi:type="dcterms:W3CDTF">2013-01-27T09:14:16Z</dcterms:created>
  <dcterms:modified xsi:type="dcterms:W3CDTF">2026-03-12T10:07:48Z</dcterms:modified>
  <cp:category/>
</cp:coreProperties>
</file>