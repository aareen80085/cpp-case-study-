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31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0" y="502920"/>
            <a:ext cx="5943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pt_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658368"/>
            <a:ext cx="5349240" cy="1536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8346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Loan Management &amp; EMI Processing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0156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with Credit Card Transaction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931920"/>
            <a:ext cx="7616952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04164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By  Your Full Name  |  Roll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0740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School of Future Tech  —  ITM Skills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73152" cy="658368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31545"/>
                </a:solidFill>
              </a:rP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16152"/>
            <a:ext cx="384048" cy="384048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31545"/>
                </a:solidFill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9047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What gap this project was built to fill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12848"/>
            <a:ext cx="11274552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31545"/>
                </a:solidFill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3347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How our C++ system solves these challenges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55848"/>
            <a:ext cx="11274552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02152"/>
            <a:ext cx="384048" cy="384048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021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31545"/>
                </a:solidFill>
              </a:rPr>
              <a:t>Working — Method &amp;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7647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How the system is designed and how each part 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98848"/>
            <a:ext cx="11274552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645152"/>
            <a:ext cx="384048" cy="384048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451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31545"/>
                </a:solidFill>
              </a:rPr>
              <a:t>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1947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Key results, learnings and future scope</a:t>
            </a:r>
          </a:p>
        </p:txBody>
      </p:sp>
      <p:pic>
        <p:nvPicPr>
          <p:cNvPr id="23" name="Picture 22" descr="ppt_img_p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9963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73152" cy="658368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31545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1365992" cy="457200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This project was built to solve two core problems faced when managing a bank system without automation: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72768"/>
            <a:ext cx="539496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A31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72768"/>
            <a:ext cx="5394960" cy="50292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 Manage Loans Efficiently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1">
                <a:solidFill>
                  <a:srgbClr val="A31545"/>
                </a:solidFill>
              </a:rPr>
              <a:t>Without a system, loan processing is entirely manual and inconsistent.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256032" cy="256032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94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No Eligibility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7977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</a:rPr>
              <a:t>A bank needs to verify age, income and credit score before approving any loan. Without this, anyone can get a loan regardless of financial risk.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46704"/>
            <a:ext cx="5120640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95928"/>
            <a:ext cx="256032" cy="256032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86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Fixed Interest for Everyone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9709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</a:rPr>
              <a:t>Interest rates should reflect how risky a borrower is. Without automation, every customer gets the same rate — unfair and financially dangerous.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64024"/>
            <a:ext cx="5120640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413248"/>
            <a:ext cx="256032" cy="256032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04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59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No EMI Tracking or Schedule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1441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</a:rPr>
              <a:t>Once a loan is given, payments need to be tracked. Without this, there is no record of what is paid, what is pending, or when the loan will close.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1572768"/>
            <a:ext cx="539496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2512" y="1572768"/>
            <a:ext cx="5394960" cy="502920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 Monitor Transactions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2103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1">
                <a:solidFill>
                  <a:srgbClr val="C0203A"/>
                </a:solidFill>
              </a:rPr>
              <a:t>Without monitoring, fraudulent transactions go completely undetected.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9672" y="2578608"/>
            <a:ext cx="256032" cy="256032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25694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2560320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No Fraud Detection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277977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</a:rPr>
              <a:t>Every transaction is treated the same. There is no check for unusually large amounts, rapid repeated purchases, or suspicious patterns.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19672" y="3346704"/>
            <a:ext cx="5120640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19672" y="3995928"/>
            <a:ext cx="256032" cy="256032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3986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2" y="3977639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Card Theft Goes Unnoticed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432" y="419709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</a:rPr>
              <a:t>If a card is stolen and used multiple times in quick succession or in two different cities, no alert is raised — the transactions just pass through.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9672" y="4764024"/>
            <a:ext cx="5120640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19672" y="5413248"/>
            <a:ext cx="256032" cy="256032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5404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5394959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No Admin Review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85432" y="561441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</a:rPr>
              <a:t>Even if something suspicious is spotted manually, there is no system to flag it, review it, or mark it as safe — no record is kept of fraud activity.</a:t>
            </a:r>
          </a:p>
        </p:txBody>
      </p:sp>
      <p:pic>
        <p:nvPicPr>
          <p:cNvPr id="42" name="Picture 41" descr="ppt_img_p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9963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73152" cy="658368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31545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A terminal-based C++ system designed for Bank Admins with two complete modules: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11365992" cy="347472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MODULE 1  —  Loan Management &amp; EMI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2651760" cy="347472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09928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Step 1: Eligibility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11680"/>
            <a:ext cx="2651760" cy="1225295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" y="2194560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13969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Age: 21 to 60 years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2450592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395728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Income: min Rs.25,000/mo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" y="2706624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65176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Credit score: min 650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664208"/>
            <a:ext cx="2651760" cy="347472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7832" y="1709928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Step 2: Credit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2011680"/>
            <a:ext cx="2651760" cy="1225295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4408" y="2194560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4" y="213969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Score from monthly income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4408" y="2450592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92424" y="2395728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Higher income = better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64408" y="2706624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92424" y="265176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Range: 300 to 900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1664208"/>
            <a:ext cx="2651760" cy="347472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709928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Step 3: Interest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97880" y="2011680"/>
            <a:ext cx="2651760" cy="1225295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07608" y="2194560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5624" y="213969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Rate from credit score tier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07608" y="2450592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5624" y="2395728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Score 800+  =  7.5% (Best)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07608" y="2706624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265176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Score 650+  =  13.5%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1664208"/>
            <a:ext cx="2651760" cy="347472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14232" y="1709928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Step 4: EMI &amp; Schedule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2011680"/>
            <a:ext cx="2651760" cy="1225295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50807" y="2194560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78824" y="213969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EMI via reducing balance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50807" y="2450592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78824" y="2395728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Full amortization table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50807" y="2706624"/>
            <a:ext cx="54864" cy="54864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78824" y="265176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Monthly payment reminders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337560"/>
            <a:ext cx="11365992" cy="347472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3558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MODULE 2  —  Credit Card Transaction Monitoring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730752"/>
            <a:ext cx="2651760" cy="347472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" y="3776472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Card Management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078224"/>
            <a:ext cx="2651760" cy="1069848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1208" y="4261103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" y="420624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Visa / Mastercard / Rupay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8" y="4517136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" y="4462272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Auto 16-digit card number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8" y="4773168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" y="4718304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Block / Unblock cards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54680" y="3730752"/>
            <a:ext cx="2651760" cy="347472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27832" y="3776472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Transaction Flow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54680" y="4078224"/>
            <a:ext cx="2651760" cy="1069848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64408" y="4261103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92424" y="420624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Search customer by name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4517136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92424" y="4462272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Select card, enter details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64408" y="4773168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92424" y="4718304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Instant receipt generated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97880" y="3730752"/>
            <a:ext cx="2651760" cy="347472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71032" y="3776472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Anomaly Detection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97880" y="4078224"/>
            <a:ext cx="2651760" cy="1069848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07608" y="4261103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420624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R1: Amount &gt; 3x average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7608" y="4517136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4462272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R2: &gt;3 txns in 10 mins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07608" y="4773168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35624" y="4718304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R3: City jump 60 mins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7608" y="5029200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97433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R4: 90% credit limit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41080" y="3730752"/>
            <a:ext cx="2651760" cy="347472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14232" y="3776472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Admin Review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41080" y="4078224"/>
            <a:ext cx="2651760" cy="1069848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750807" y="4261103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78824" y="420624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View all flagged txns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50807" y="4517136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78824" y="4462272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Mark safe after review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750807" y="4773168"/>
            <a:ext cx="54864" cy="54864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78824" y="4718304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</a:rPr>
              <a:t>Data saved to CSV files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" y="5321808"/>
            <a:ext cx="11365992" cy="365760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Language: C++17   |   13 Classes   |   26 Files   |   CSV File Persistence   |   Admin Dashboard</a:t>
            </a:r>
          </a:p>
        </p:txBody>
      </p:sp>
      <p:pic>
        <p:nvPicPr>
          <p:cNvPr id="85" name="Picture 84" descr="ppt_img_p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9963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73152" cy="658368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31545"/>
                </a:solidFill>
              </a:rPr>
              <a:t>Working — Method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2011680" cy="27432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LOAN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417320" cy="59436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56362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38074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37943" y="1581912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385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LoanManager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1325880"/>
            <a:ext cx="1417320" cy="594360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9384" y="156362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Credit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9384" y="138074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Calc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8415" y="1581912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1952" y="19385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CreditScore Calculator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2424" y="1325880"/>
            <a:ext cx="1417320" cy="59436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156362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Eligibility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138074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Checked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18888" y="1581912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4" y="19385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Eligibility Checker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82896" y="1325880"/>
            <a:ext cx="1417320" cy="594360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8" y="156362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Interest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138074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Assigned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581912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19385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InterestRate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3368" y="1325880"/>
            <a:ext cx="1417320" cy="59436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56362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38074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Calculated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99832" y="1581912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9385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EMICalculator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1325880"/>
            <a:ext cx="1417320" cy="594360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91271" y="156362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Loan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1" y="138074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Created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90304" y="1581912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19385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Loan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54312" y="1325880"/>
            <a:ext cx="1417320" cy="59436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81744" y="156362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EMI Schedule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81744" y="1380744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Generated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19385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EMISchedule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2395728"/>
            <a:ext cx="2286000" cy="274320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241401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CREDIT CARD PIPELINE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724912"/>
            <a:ext cx="1417320" cy="594360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296265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277977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Created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37943" y="2980944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33756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CardManager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01952" y="2724912"/>
            <a:ext cx="1417320" cy="59436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29384" y="296265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Transaction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9384" y="277977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28415" y="2980944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01952" y="333756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CardManager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92424" y="2724912"/>
            <a:ext cx="1417320" cy="594360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19856" y="296265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19856" y="277977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Validated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18888" y="2980944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92424" y="333756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CreditCard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82896" y="2724912"/>
            <a:ext cx="1417320" cy="59436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0328" y="296265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Anomaly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10328" y="277977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2980944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82896" y="333756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AnomalyDetector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73368" y="2724912"/>
            <a:ext cx="1417320" cy="594360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296265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4 Rules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277977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Checked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99832" y="2980944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333756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AnomalyDetector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63840" y="2724912"/>
            <a:ext cx="1417320" cy="59436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91271" y="296265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Receipt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91271" y="277977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Printed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90304" y="2980944"/>
            <a:ext cx="54864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63840" y="333756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Transaction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54312" y="2724912"/>
            <a:ext cx="1417320" cy="594360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81744" y="296265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Flagged?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81744" y="2779776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54312" y="333756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</a:rPr>
              <a:t>CardManager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3913632"/>
            <a:ext cx="7498079" cy="1417320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1480" y="3913632"/>
            <a:ext cx="7498079" cy="292608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3931920"/>
            <a:ext cx="7223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EMI FORMULA  (Reducing Balance Method)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427939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</a:rPr>
              <a:t>EMI  =  [ P  ×  r  ×  (1+r)ⁿ ]  ÷  [ (1+r)ⁿ – 1 ]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4663440"/>
            <a:ext cx="7223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</a:rPr>
              <a:t>P = Principal     r = Monthly Rate = (Annual Rate / 100) / 12     n = Tenure in Months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4937760"/>
            <a:ext cx="7223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</a:rPr>
              <a:t>As each month passes → outstanding balance reduces → interest reduces → principal portion increases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65008" y="3913632"/>
            <a:ext cx="3712463" cy="1417320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65008" y="3913632"/>
            <a:ext cx="3712463" cy="292608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83879" y="393192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ANOMALY DETECTION RULES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11312" y="42611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R1:  Transaction &gt; 3× average spend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11312" y="451713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R2:  More than 3 transactions in 10 mins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11312" y="477316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R3:  Two different cities within 60 mins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11312" y="502920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R4:  Amount &gt; 90% of available credit</a:t>
            </a:r>
          </a:p>
        </p:txBody>
      </p:sp>
      <p:pic>
        <p:nvPicPr>
          <p:cNvPr id="89" name="Picture 88" descr="ppt_img_p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9963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73152" cy="658368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31545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The Finance Management System successfully demonstrates real-world banking logic using core C++ concepts: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98448"/>
            <a:ext cx="2121408" cy="3429000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98448"/>
            <a:ext cx="2121408" cy="45720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0299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OOP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31545"/>
                </a:solidFill>
              </a:rPr>
              <a:t>13 classes, 26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Each class has one clear 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05456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(Single Responsibility Principle)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298448"/>
            <a:ext cx="2121408" cy="3429000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24328" y="1298448"/>
            <a:ext cx="2121408" cy="457200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1371600"/>
            <a:ext cx="20299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Real Banking Algorithms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1828800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0203A"/>
                </a:solidFill>
              </a:rPr>
              <a:t>Reducing balance EMI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2212848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Credit score tiers &amp; interest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505456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engine mirror real banking logic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37176" y="1298448"/>
            <a:ext cx="2121408" cy="3429000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37176" y="1298448"/>
            <a:ext cx="2121408" cy="45720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1371600"/>
            <a:ext cx="20299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Fraud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1828800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31545"/>
                </a:solidFill>
              </a:rPr>
              <a:t>4 automated anomaly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2212848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Every transaction is scanned for fraud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8616" y="2505456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automatically before being recorded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0024" y="1298448"/>
            <a:ext cx="2121408" cy="3429000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50024" y="1298448"/>
            <a:ext cx="2121408" cy="457200"/>
          </a:xfrm>
          <a:prstGeom prst="rect">
            <a:avLst/>
          </a:prstGeom>
          <a:solidFill>
            <a:srgbClr val="C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5744" y="1371600"/>
            <a:ext cx="20299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 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1828800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0203A"/>
                </a:solidFill>
              </a:rPr>
              <a:t>CSV file handling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1464" y="2212848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All data saved on exit and fully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1464" y="2505456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restored when program starts again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62872" y="1298448"/>
            <a:ext cx="2121408" cy="3429000"/>
          </a:xfrm>
          <a:prstGeom prst="rect">
            <a:avLst/>
          </a:prstGeom>
          <a:solidFill>
            <a:srgbClr val="F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62872" y="1298448"/>
            <a:ext cx="2121408" cy="457200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08592" y="1371600"/>
            <a:ext cx="20299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Extensible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1828800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31545"/>
                </a:solidFill>
              </a:rPr>
              <a:t>Future ready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1" y="2212848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Can be extended with GUI, 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1" y="2505456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or authentication system easily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937760"/>
            <a:ext cx="11365992" cy="438912"/>
          </a:xfrm>
          <a:prstGeom prst="rect">
            <a:avLst/>
          </a:prstGeom>
          <a:solidFill>
            <a:srgbClr val="A3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974336"/>
            <a:ext cx="1109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Built in C++17  |  13 Classes  |  4 Anomaly Rules  |  CSV Persistence  |  Admin Dashboard</a:t>
            </a:r>
          </a:p>
        </p:txBody>
      </p:sp>
      <p:pic>
        <p:nvPicPr>
          <p:cNvPr id="37" name="Picture 36" descr="ppt_img_p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9963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31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0" y="502920"/>
            <a:ext cx="5943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pt_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658368"/>
            <a:ext cx="5349240" cy="1536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175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Questions are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